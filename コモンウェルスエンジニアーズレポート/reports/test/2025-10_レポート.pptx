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54321"/>
                </a:solidFill>
              </a:defRPr>
            </a:pPr>
            <a:r>
              <a:t>2025年10月度 Web運用報告書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00"/>
                </a:solidFill>
              </a:defRPr>
            </a:pPr>
            <a:r>
              <a:t>コモンウェルスエンジニアーズ様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作成日: 2026年01月08日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